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Начните с вопроса залу: кто пробовал объяснить падение тела без формул. Обычно поднимается половина рук.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первую сцену уже на этом слайде: слова здесь работают хуже, чем три секунды живого экрана.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Медленно проведите курсором от сцены к панели: зритель должен увидеть связь между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Сделайте замер на секундомере прямо на сцене. Это самый убедительный момент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 учителей: сколько времени уходит на подготовку наглядности. Ответ сам продаст проект.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 отмену: страх «сломать» — главный тормоз на первом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Достаньте телефон и покажите работу ребёнка по коду. Этот жест запоминают лучше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Назовите сумму вслух: ноль рублей. Пауза после этой фразы стоит дороже любого аргумента.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Откройте один модуль на экране. Даже не читая код, зал видит, что проект настоящий, а не «сделанный в конструкторе».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аргумент для тех, кто спросит про развитие: проект можно передавать дальше по частям.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Спросите: что будет с проектом через три года. Ответ — он останется таким же, потому что нечему меняться.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Повторите это на последнем слайде тоже: цифру запоминают со второго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перечисляйте все двенадцать вслух: назовите три и скажите, что остальные открываются по ходу урока.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одну анимацию и сразу остановите её кнопкой: контраст движения и покоя производит впечатление.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Постройте плотину за десять секунд и дайте воде её прорвать. Зал обычно реагирует смехом.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это то, чем ученики проверяют программу сами. Скажите об этом, родители понимают такой аргумент.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один проект на компьютере и на телефоне одновременно: одинаковость экранов убеждает лучше слов.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школ с плохой связью это решающий аргумент. Произнесите его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Дайте телефон в руки слушателю. Один жест передачи снимает больше вопросов, чем минута объяснений.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три курсора на одной сцене: «вот она, работа в группе» — и пояснений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снимает вопрос о персональных данных. Произносите его сразу после слов про общую комнату.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администрации это ключевой слайд. Не пропускайте его, даже если времени мало.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Назовите конкретные категории, но не бренды: сравнение должно остаться вежливым.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Подчеркните, что установки нет: весь первый день занимает около десяти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распечатку плана уроков. Бумажный носитель успокаивает тех, кто боится новой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Задайте вопросы самому себе и ответьте. Это держит внимание в середине показа, когда оно падает.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Переходите к живой демонстрации. Дальше слайды не нужны: зритель должен сам что-то сделать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Заканчивайте не призывом внедрять, а предложением попробовать. Один урок — это шаг, на который соглашаются все.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Назовите конкретных людей из зала, если они есть. Личное обращение работает лучше общего призыва.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Последняя фраза — про следующий урок. Оставьте зрителя с конкретной датой, а не с общим впечатлением.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00200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Verdana"/>
              </a:rPr>
              <a:t>Пять минут о проекте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4B5563"/>
                </a:solidFill>
                <a:latin typeface="Verdana"/>
              </a:rPr>
              <a:t>Короткий показ для школьной выставки и родительского собрания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Verdana"/>
              </a:rPr>
              <a:t>Тридцать слайдов, один тезис на слайд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Verdana"/>
              </a:rPr>
              <a:t>Показ идёт пять минут, дальше — живая демонстрация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Объяснить движение словами — трудно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Готовые ролики показывают, но не объясняют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Рисовать на доске — медленно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Сцена, на которой движение видно сразу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Собрал — показал — изменил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Без установки, прямо в браузере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Один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Сцена в центре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Панель настроек справа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Всё остальное — по одной кнопке</a:t>
            </a:r>
          </a:p>
        </p:txBody>
      </p:sp>
      <p:pic>
        <p:nvPicPr>
          <p:cNvPr id="7" name="Picture 6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62851"/>
            <a:ext cx="4846320" cy="312665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Тридцать секунд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Столько нужно, чтобы собрать первую сцену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Три фигуры, две анимации, один результат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Дальше — вопрос «а можно ли ещё»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Учителю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Готовый наглядный материал к уроку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Не надо ничего устанавливать и настраивать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Класс работает одновременно и видно каждого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Ученику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Своя сцена за один урок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Результат можно показать и забрать с собой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Ошибка стоит одну кнопку отмены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Родителю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Работу ребёнка видно на любом телефоне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Никаких аккаунтов и регистраций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Никаких внешних сервисов и подписок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Школе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Один компьютер учителя — и урок готов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Работает на том оборудовании, которое уже есть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Никаких закупок и лицензий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12 000 строк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Столько кода в программе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Весь он открыт и разбит на модули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Любой ученик может найти нужный эффект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50 модулей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Пятьдесят отдельных файлов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Каждый отвечает за одну задачу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Модуль можно заменить, не трогая остальные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0 зависимостей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 одной внешней библиотеки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Никаких обновлений, которые что-то сломают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Работает годами без сопровождения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0 рублей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Бесплатная лицензия на использование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Бесплатные лицензии на всё, что внутри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Никаких платежей за класс или за ученика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12 вкладок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Объект, анимации, таймлайн, 3D, сцена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Звук и голос, сессия, мини-игры, песочница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Виджеты, достижения, справка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20 анимаций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Готовые движения: вращение, маятник, пружина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Скорость и повтор — ползунками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Своё движение собирается на таймлайне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38 материалов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Песок, вода, огонь, пар, лёд, лава и ещё тридцать два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Вода течёт, огонь горит, пар остывает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Из них собирают вулканы и плотины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4 мини-игры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Шахматы с проверкой правил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Крестики-нолики, змейка, камень-ножницы-бумага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Играют двое, прямо в программе</a:t>
            </a:r>
          </a:p>
        </p:txBody>
      </p:sp>
      <p:pic>
        <p:nvPicPr>
          <p:cNvPr id="7" name="Picture 6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Работает везде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Любой современный браузер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Компьютер, планшет, телефон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Один и тот же проект на всех устройствах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Работает без интернета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Программа поднимается внутри школьной сети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Интернет нужен только для прогноза погоды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Без интернета урок идёт полностью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На телефоне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Раскладка подстраивается под экран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Управление пальцем: перетаскивание и масштаб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Можно установить как приложение на главный экран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Вместе с классом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Общая комната на весь класс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Видно курсоры и фигуры каждого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Учитель может дать слово одному ученику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Никаких аккаунтов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Не нужно регистрироваться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Не нужна электронная почта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Достаточно имени и кода комнаты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Данные остаются в школе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Сервер стоит на школьном компьютере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Ничего не уходит во внешние сервисы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Комната удаляется сама, когда пуста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Что это заменяет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Платные конструкторы анимации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Отдельные программы для физики и для рисования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Внешние сервисы для видеосвязи и опросов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День первый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Запустить сервер на компьютере учителя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Дать классу адрес комнаты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Собрать первую сцену вместе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День второй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Готовый план из двенадцати уроков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Критерии оценки и темы проектов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Домашние задания по двадцать минут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Три вопроса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Нужна ли установка? Нет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Нужен ли интернет? Нет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Сколько это стоит? Нисколько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Что показать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Сцену из трёх фигур за тридцать секунд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Плотину, которую прорывает вода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Общую комнату с тремя участниками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Один шаг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Запустить программу на одном уроке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Собрать одну сцену вместе с классом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Решить по результату учеников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Кто уже может вести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Учитель информатики — сразу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Учитель физики — с шестого урока курса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Классный руководитель — как кружок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Своя программа, открытый код, ноль затрат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Работает на том, что в школе уже есть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Попробовать можно на следующем уроке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