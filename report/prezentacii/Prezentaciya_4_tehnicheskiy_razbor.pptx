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Откройте репозиторий рядом со слайдами: почти каждый тезис подтверждается одной строкой в конкретном файле.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Правило простое: всё, что рисуется, лежит в scene; всё, что общается по сети, — в net. Остальное распределено по смыслу.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Посмотрите конец main.js: там собирается объект window.__motion. Это официальная точка расширения.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Слабое место такого подхода — неявные контракты. Держите имена событий в одном месте и не переименовывайте их без поиска.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правило: внутри кадра никаких обращений к сети и никаких синхронных вычислений на тысячи элементов.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объектов — это и есть порядок наложения. Первая причина вопроса «почему моя фигура исчезла» — она просто под другой.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Добавьте новое поле — и оно автоматически поедет по сети, потому что объект передаётся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Функция от времени — ключевой приём. Если накапливать смещение, картинка расползается после паузы.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Попробуйте поставить два кадра с одинаковым временем — это простой способ получить мгновенный телепорт фигуры.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ограничения шага фигура, пролежавшая минуту в фоне, улетает за миллион пикселей за один кадр.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Залипание — классическая ошибка. Если уменьшите упругость, проверьте, что тела всё ещё расходятся.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Глубина влияет и на порядок наложения: это снимает половину вопросов «почему фигура спереди, хотя я её поставил первой».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Направление обхода — самая частая ошибка в клеточных автоматах. Поменяйте его и сразу увидите, как ломается куча песка.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Добавление нового материала — это одна строка в таблице свойств. Попробуйте сделать материал, который плавится от кислоты.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огибающей звук щёлкает. Это первое, что слышно в ученической работе.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Всегда проверяйте отказ: без обработки отказа пользователь видит пустой экран и не понимает, в чём дело.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Граница в 120 килобайт выбрана не случайно: больше — и общая сцена начинает передаваться заметно медленнее.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MediaRecorder есть не во всех браузерах. Проверьте наличие до показа урока, иначе кнопка будет молчать.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Разрядность кода растёт по мере заполнения словаря — именно поэтому размер файла растёт нелинейно.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Уровень коррекции M восстанавливает около пятнадцати процентов повреждённой площади: этого хватает для печати на бумаге.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канала нужны не для скорости, а для выживания: в школьных сетях часть протоколов бывает закрыта.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Передавайте изменения, а не всю сцену целиком: при тридцати учениках разница заметна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ограничения задержки сервер получает лавину повторов. С ограничением он выдерживает отключение всей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закрытых школьных сетях прямое соединение может не подняться. Всегда имейте запасной путь — общую сцену.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Параметры подобраны под урок: сорок пять минут работы целиком помещаются в журнал без обрезки.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Начните с плагина из трёх строк: подпишитесь на событие добавления объекта и выводите его в консоль.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Простой приём: считайте число активных объектов и выводите его в консоль. Тормоза почти всегда видны по этому числу.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Тест на сервер поднимает настоящий сервер на свободном порту. Поэтому он ловит ошибки, которых не видно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Возьмите задачу на один вечер. Каждая из этих четырёх закрывается за вечер и видна в программе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Зависимость тянет за собой сборщик, а сборщик закрывает возможность править код прямо в браузере на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67E8F9"/>
                </a:solidFill>
                <a:latin typeface="Verdana"/>
              </a:rPr>
              <a:t>Технический разбор для кружка: модули, цикл кадра, физика, протокол, форматы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Verdana"/>
              </a:rPr>
              <a:t>Пятьдесят модулей, двенадцать тысяч строк, ноль зависимостей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Verdana"/>
              </a:rPr>
              <a:t>Разбор для тех, кто будет дорабатывать код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О чём этот разбор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Программа написана на чистом JavaScript, без сборщика и без зависимостей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Код разделён на модули: их пятьдесят, и они подключаются как есть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Сервер — один файл на Python, только стандартная библиотека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Цель разбора: чтобы каждый смог дописать свой модуль за один вечер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Карта кода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main.js — точка входа: собирает модули и запускает цикл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core — шина событий, состояние, DOM, интернационализация, GIF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scene — объекты, анимации, физика, эффекты, запись, 3D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net — транспорт, сессия, чат, курсоры, звонок, QR, доска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features и ui — погода, звук, игры, песочница и все панели</a:t>
            </a:r>
          </a:p>
        </p:txBody>
      </p:sp>
      <p:pic>
        <p:nvPicPr>
          <p:cNvPr id="7" name="Picture 6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Точка входа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main.js инициализирует хранилище, шину событий и панели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Каждый модуль оформлен как функция init(state) и возвращает свой API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Порядок загрузки важен: сначала core, потом scene, потом net и ui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Ошибка одного модуля не роняет остальные: они подписаны независимо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Состояние и шина событий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core/store.js хранит состояние сцены: объекты, настройки, пользователя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core/bus.js — шина: подписка on, публикация emit, без внешних библиотек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Модули не обращаются друг к другу напрямую, только через шину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Поэтому любой модуль можно выключить, не ломая остальные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Главный цикл кадра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Один вызов requestAnimationFrame пересчитывает и физику, и отрисовку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Сначала считается время кадра, потом движение, потом анимации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Отрисовка идёт изменением стилей DOM, а не перерисовкой канвы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Тяжёлые эффекты считаются реже, чем основной цикл</a:t>
            </a:r>
          </a:p>
        </p:txBody>
      </p:sp>
      <p:pic>
        <p:nvPicPr>
          <p:cNvPr id="7" name="Picture 6" descr="fig9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10016"/>
            <a:ext cx="4846320" cy="2032327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Модель сцены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Сцена — это список объектов плюс общие настройки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 каждого объекта есть форма, цвет, размер, прозрачность и слой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Объекты хранятся в порядке отрисовки: последний нарисован сверху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Фон, эффекты погоды и курсорные следы живут в отдельных слоях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Поля объекта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Координаты и скорость: x, y, vx, vy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Внешний вид: форма, цвет, размер, прозрачность, свечение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Поведение: анимация, скорость анимации, траектория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Физика: масса, участвует ли в расчёте, упругость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Анимации: расчёт кадра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Двадцать анимаций описаны декларативно: набор кадров и параметров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У каждой анимации есть ключ, фаза, скорость и признак повтора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Кадр считается как функция от времени, а не накапливается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Поэтому анимацию можно остановить и запустить с любого момента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Траектория задаётся отдельно: нет, окружность, восьмёрка или своя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Таймлайн: интерполяция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Ключевой кадр хранит время и положение объекта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Между двумя кадрами положение считается интерполяцией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Доля прохождения считается от времени, а не от номера кадра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Список кадров можно редактировать: добавить, сдвинуть, удалить</a:t>
            </a:r>
          </a:p>
        </p:txBody>
      </p:sp>
      <p:pic>
        <p:nvPicPr>
          <p:cNvPr id="7" name="Picture 6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6434"/>
            <a:ext cx="4846320" cy="2579492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Физика: интегрирование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Шаг времени ограничен: dt = min(0.033, прошедшее время)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Ускорение свободного падения: g = gravity * 1400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Скорость и координата обновляются за один проход по списку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Ограничение шага спасает от взрыва при возврате из фоновой вкладки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Физика: столкновения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Упругость задана константой RESTITUTION = 0.78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Удар о границу: скорость меняет знак и уменьшается на упругость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Удар двух тел: считается нормальная составляющая и импульс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Позиции разводятся, чтобы тела не залипли друг в друге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Трёхмерный режим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У объекта появляется третья координата и глубина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Камера задаётся углами поворота и расстоянием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Проецирование: чем больше глубина, тем меньше размер и светлее цвет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На телефоне углы камеры берутся из датчика ориентации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Объёмный свет рисуется отдельным слоем WebGL, если он доступен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Без WebGL сцена остаётся плоской, но продолжает работать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Песочница: решётка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Поле — двумерный массив клеток, каждая клетка хранит тип материала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Тридцать восемь материалов описаны таблицей свойств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Типы движения: стоит, сыплется, растекается, поднимается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Обход идёт снизу вверх, иначе песок «проваливается» сквозь себя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Песочница: правила переходов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У материалов есть числовые свойства: горючесть, плавкость, срок жизни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Огонь поджигает соседей по горючести и сам превращается в дым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Вода гасит огонь, лава превращает воду в пар и камень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Пар остывает и снова становится водой: цикл замыкается</a:t>
            </a:r>
          </a:p>
        </p:txBody>
      </p:sp>
      <p:pic>
        <p:nvPicPr>
          <p:cNvPr id="7" name="Picture 6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81505"/>
            <a:ext cx="4846320" cy="3489350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Звук: синтез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Используется WebAudio: генератор, усиление и огибающая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Частота, громкость и длительность задаются пользователем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Огибающая не даёт щелчка в начале и в конце звука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Несколько звуков складываются в один выход без задержки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Микрофон и визуализатор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Поток с микрофона подключается к анализатору спектра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Спектр превращается в столбики или в живую волну на сцене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Разрешение браузера запрашивается один раз, при первом включении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Если разрешения нет, программа работает дальше, просто без звука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Речь распознаёт браузер: создать фигуру, остановить анимацию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Медиа: файлы и ссылки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Свою картинку или видео можно загрузить файлом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Видео по ссылке вставляется проигрывателем с нужными параметрами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Один файл ограничен 25 мегабайтами, хранилище комнаты — 300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Мелкие картинки до 120 килобайт уходят в общую сцену встроенно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Запись сцены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Запись экрана делает MediaRecorder и выдаёт видеофайл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Доска записывается отдельным потоком, чтобы не мешать сцене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Ролик можно скачать и открыть без программы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Из серии кадров собирается анимация формата GIF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Формат GIF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Собирается файл стандарта GIF89a с глобальной палитрой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Палитра — 6×7×6 оттенков: ровно столько, сколько нужно глазу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Цвета сжимаются алгоритмом LZW с разрядностью от 9 до 12 бит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Задержка между кадрами задаётся в сотых долях секунды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Код QR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Кодирование сделано своими силами, по стандарту ISO/IEC 18004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Поддерживаются версии с первой по десятую, уровень коррекции M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Данные разбиваются на блоки, к ним добавляются коды коррекции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Готовую матрицу можно увеличить и сохранить картинкой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Сеть: транспорт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235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Основной канал — постоянное соединение, по которому идут сообщения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Есть резервный канал, если постоянное соединение недоступно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Переключение происходит незаметно для пользователя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CBD5E1"/>
                </a:solidFill>
                <a:latin typeface="Verdana"/>
              </a:rPr>
              <a:t>— Состояние соединения видно внизу экрана значком</a:t>
            </a:r>
          </a:p>
        </p:txBody>
      </p:sp>
      <p:pic>
        <p:nvPicPr>
          <p:cNvPr id="7" name="Picture 6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31850"/>
            <a:ext cx="4846320" cy="2188660"/>
          </a:xfrm>
          <a:prstGeom prst="rect">
            <a:avLst/>
          </a:prstGeom>
          <a:ln w="9525">
            <a:solidFill>
              <a:srgbClr val="22D3EE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Комнаты и сообщения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Комната описывается кодом, списком участников и состоянием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Сообщения короткие и текстовые: команда плюс данные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Клиент отправляет только изменения, сервер рассылает их остальным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 каждого участника есть имя, роль и время последнего отклика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Переподключение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Задержка растёт по формуле 800 × 2 в степени попыток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Задержка ограничена пятнадцатью секундами, рост останавливается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После успешного соединения счётчик попыток сбрасывается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Пока соединения нет, программа работает в одиночном режиме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Звонок и демонстрация экрана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Прямое соединение между браузерами по технологии WebRTC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Сначала обмениваются описаниями сеанса, затем идут медиапотоки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Можно передать и изображение экрана вместо камеры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Если прямое соединение запрещено сетью, остаётся чат и общая сцена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Хранение на сервере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Состояние комнаты сохраняется на диск каждые пятнадцать секунд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Участник считается отключившимся через девяносто секунд без отклика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Пустая комната удаляется через шесть часов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Журнал занятия хранит последние восемьсот событий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Плагины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Объект window.__motion даёт состояние, подписку и публикацию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Плагин — обычный скрипт, подключённый после основного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Через шину плагин узнаёт о событиях сцены и сети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Через состояние он читает и меняет объекты наравне с панелями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Производительность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Бюджет кадра — шестнадцать миллисекунд: столько есть на всё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Дороже всего обходятся эффекты частиц и клеточное поле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Частицы лучше переиспользовать, чем создавать новые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Тяжёлые расчёты выносятся на каждый второй или третий кадр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Тесты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Тесты написаны на Python и не требуют никаких библиотек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Они проверяют и клиентскую логику, и сервер целиком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Всего четыреста пять проверок, полный прогон — около минуты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Перед отправкой изменения прогоняйте весь набор, а не один файл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Куда расти: список задач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Новый материал для песочницы: одна строка в таблице свойств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Новая анимация: декларативное описание в списке анимаций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Новая мини-игра: модуль, который слушает события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Новый формат выгрузки: взять за образец модуль GIF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Verdana"/>
              </a:rPr>
              <a:t>Правила оформления кода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20116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Комментарии и сообщения интерфейса — на русском языке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Модуль — одна функция init, без состояния вне неё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Новые возможности подключаются через шину, а не прямыми вызовами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CBD5E1"/>
                </a:solidFill>
                <a:latin typeface="Verdana"/>
              </a:rPr>
              <a:t>— Никаких внешних зависимостей: только стандартные возможности браузера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0704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Как это устроено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Verdana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