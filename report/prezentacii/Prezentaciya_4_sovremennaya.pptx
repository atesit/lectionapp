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Программа задумывалась как наглядное пособие: всё, о чём говорится на уроке, можно тут же показать и изменить. Объём — около 16 тысяч строк кода.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Первый сценарий — объяснение нового материала, второй — практическая работа группы, третий — домашнее задание. Переход между ними не требует переустановки.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Окно делится на четыре области. Сцена занимает центр: на ней видны объекты, анимации, эффекты и общая доска.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Фигуры сделаны на CSS через clip-path, поэтому их можно плавно превращать друг в друга. Фон, частицы и доска рисуются на отдельных холстах под объектами.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Анимации работают через Web Animations API с параметром composite add, поэтому пульсация не отменяет вращение. Длина пути считается заранее, и объект проходит его равномерно.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Таймлайн превращает набор настроек в маленький мультфильм: пользователь ставит ключи, а всё, что между ними, рассчитывается автоматически.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Ограничение шага важно: если вкладка «заморозилась», объекты не улетят за границу сцены. Слабые отскоки обнуляются, и тело засыпает, а не дрожит.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Трёхмерный режим построен на CSS-трансформациях, поэтому он работает даже без WebGL и без сети. Сцена WebGL подключается дополнительно.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Звук не хранится в файлах, а вычисляется в браузере, поэтому в проекте нет ни одной звуковой дорожки, и программа остаётся полностью автономной.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пути для медиа появились из практики: небольшая картинка передаётся прямо в сообщении, а тяжёлое видео лежит на сервере и отдаётся по ссылке.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Экспорт в CSS и HTML — любимая часть на уроках: ученик видит, что его анимация превратилась в обычный код, который работает отдельно от программы.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 настройки разложены по вкладкам, поэтому панель остаётся короткой даже на экране телефона: вкладки просто прокручиваются по горизонтали.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История изменений хранит предыдущие значения и склеивает соседние правки ползунка, поэтому отмена работает предсказуемо и не «забивает» историю.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Прокси нужен не только для кэша, но и для устойчивости: если один источник недоступен, программа сама берёт данные у другого.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Достижения нужны, чтобы ученик сам прошёл по всем вкладкам: это мягкий способ показать объём программы без долгого перечисления.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Такое разделение позволяет разбирать на уроке каждую часть отдельно: клиент, сервер и канал звонка почти не зависят друг от друга.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 папок, пятьдесят файлов. Один модуль — одна задача: это позволяет показывать на занятии отдельные части программы, не объясняя всю остальную.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транспорта нужны для надёжности: если в школьной сети закрыт WebSocket, программа сама переходит на запасной канал, и урок продолжается.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Многопользовательский режим собран вокруг комнаты. Состояние комнаты сохраняется на диске каждые 15 секунд, поэтому урок переживает перезапуск сервера.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Прямой канал разгружает сервер: видео и голос не проходят через него, поэтому даже слабый компьютер выдерживает звонок на класс.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Общая сцена нужна, когда преподаватель показывает приём, а журнал — когда нужно вспомнить, что именно происходило на уроке.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Идея в том, чтобы ученик мог добавить своё поведение сцены одной функцией, не разбирая весь проект: API маленькое, но даёт доступ к настоящей сцене.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Игры — самый простой способ показать, зачем нужен сервер: правила существуют в одном экземпляре, и оба игрока видят одинаковую доску.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Движок написан заново и целиком на сервере. Это исключает расхождение между клиентами: подсветка ходов не требует своего расчёта в браузере.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Песочница — самая наглядная часть программы: на ней удобно объяснять, что такое моделирование, состояние клетки и правила перехода между состояниями.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Обход снизу вверх — ключевой приём: иначе сыпучие тела проваливались бы за кадр на несколько клеток. Смена направления убирает «заваливание» куч в одну сторону.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Кадр считается по системному времени, поэтому скорость анимации не зависит от того, успевает ли браузер обрабатывать все кадры.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Собственные реализации появились не случайно: проект должен работать офлайн, поэтому кодировщики написаны с нуля и сверены с чужими декодерами.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Итог: программа собрана из стандартных средств, полностью проверена автоматическими тестами и запускается одним файлом.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E3A8A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10149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Motion Playground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246120"/>
            <a:ext cx="9509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>
                <a:solidFill>
                  <a:srgbClr val="C4B5FD"/>
                </a:solidFill>
                <a:latin typeface="Calibri"/>
              </a:rPr>
              <a:t>Интерактивная веб-площадка для создания анимаций и совместной работы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709160"/>
            <a:ext cx="9509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E2E8F0"/>
                </a:solidFill>
                <a:latin typeface="Calibri"/>
              </a:rPr>
              <a:t>Доклад по учебному проекту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E2E8F0"/>
                </a:solidFill>
                <a:latin typeface="Calibri"/>
              </a:rPr>
              <a:t>Выполнил: ________________________________  (ФИО)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E2E8F0"/>
                </a:solidFill>
                <a:latin typeface="Calibri"/>
              </a:rPr>
              <a:t>Группа: __________     Преподаватель: ____________________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E2E8F0"/>
                </a:solidFill>
                <a:latin typeface="Calibr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Что за программа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1206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Редактор анимаций: объекты, анимации, траектории, физика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Среда совместной работы класса: комнаты, чат, доска, опросы, звонок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Учебный стенд: любой приём веб-разработки виден «вживую» и настраивается непосредственно на занятии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50292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16 032 строки кода: 50 модулей JavaScript и сервер на Python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Ни сборки, ни внешних библиотек — запуск одним файлом room_server.py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Motion Playground Web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Три сценария использования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Урок-демонстрация: показать приём и сразу изменить его параметры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Работа класса: преподаватель открывает комнату, ученики входят по коду или QR-коду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Самостоятельная работа: дома, без сервера и без интернета — приложение устанавливается на устройство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Интерфейс во всех случаях один и тот же, меняется только состав доступных функций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Motion Playground Web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Главное окно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7150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Верхняя панель: код комнаты, язык, тема, кнопка входа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Сцена: объекты — элементы DOM, фон и эффекты — холсты canvas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Правая панель: 12 вкладок со всеми настройками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Нижняя строка: время, состояние соединения, подсказки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Раскладка приспособлена для экранов от 320 пикселей</a:t>
            </a:r>
          </a:p>
        </p:txBody>
      </p:sp>
      <p:pic>
        <p:nvPicPr>
          <p:cNvPr id="6" name="Picture 5" descr="fig2-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231431"/>
            <a:ext cx="4846320" cy="312665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Motion Playground Web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Объекты и сцена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1206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11 типов: круг, квадрат, треугольник, звезда, сердце, шестиугольник, кольцо, эмодзи, текст, изображение, видео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Свойства: размер, цвет, прозрачность, свечение, радиус, положение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Несколько объектов сразу, у каждого — свои настройки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50292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12 фонов и сезонные эффекты: снег, дождь, листопад, туман, конфетти, звёзды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Погода на сцене по данным метеосервисов, эффекты курсора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Motion Playground Web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Анимации и траектории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1206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20 готовых анимаций: pulse, rotate, bounce, heartbeat, spiral, orbit, morph и другие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Настраиваются длительность, задержка, число повторов и скорость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Несколько анимаций одновременно: они складываются, а не заменяют друг друга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50292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Траектории: окружность, восьмёрка или путь, нарисованный мышью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Движение по нарисованному пути идёт с постоянной скоростью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Motion Playground Web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Таймлайн: ключевые кадры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7150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Ключи по семи свойствам: X, Y, размер, прозрачность, свечение, радиус, цвет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Значения между ключами программа считает сама — линейной интерполяцией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Ключ можно выделить и перетащить по шкале времени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Есть воспроизведение, пауза, зацикливание и список всех ключей</a:t>
            </a:r>
          </a:p>
        </p:txBody>
      </p:sp>
      <p:pic>
        <p:nvPicPr>
          <p:cNvPr id="6" name="Picture 5" descr="fig3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505014"/>
            <a:ext cx="4846320" cy="257949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Motion Playground Web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Физика объектов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1206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Тело: координаты, скорость и радиус, равный половине размера объекта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Расчёт методом полушагового Эйлера с шагом не больше 0,033 секунды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Гравитация: 1400 пикселей на секунду в квадрате, умноженная на настройку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50292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Отскок от границы с коэффициентом 0,78 и трение о пол 0,985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Столкновения объектов — как упругий удар равных масс; тело под мышью неподвижно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Motion Playground Web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Трёхмерные фигуры и WebGL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CSS 3D без библиотек: куб, пирамида, призма, цилиндр, сфера, тор, кубик Рубика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Настраиваются оси и скорость вращения, перспектива, материал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Камера управляется мышью, а на телефоне — наклоном устройства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Отдельная сцена на Three.js; если библиотека недоступна, работает CSS 3D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Motion Playground Web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Звук, микрофон, голос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Генерация звука на Web Audio: форма волны, частота, громкость, длительность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Визуализатор микрофона: спектр голоса управляет объектами сцены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Синтез речи: программа произносит текст вслух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Голосовое управление: «снег», «тема океан», «стоп» — в Chrome и 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Motion Playground Web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Медиа: ссылки, файлы, видео-фон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1206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Видео по ссылке: YouTube, Rutube, VK — вставляется плеером и виден всем участникам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Свои файлы: изображения и видео как объект или как фон сцены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Загрузка на сервер — до 25 МБ на файл и до 300 МБ на хранилище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50292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Мелкие файлы сжимаются на холсте и уезжают в комнату целиком (до 120 КБ)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Проверяется тип файла, имя очищается, при переполнении удаляются старые файлы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Motion Playground Web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Запись и экспорт результата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1206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Запись всей сцены в видео: фон, эффекты, объекты и доска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GIF собирается своим кодировщиком — без библиотек и без сервера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Экспорт анимации в готовые CSS и HTML — можно вставить в любую страницу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50292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Скриншот сцены — одним файлом PNG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Запись рисования на доске и повтор штрихов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Motion Playground Web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Интерфейс: 12 вкладок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1206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Объект — фигура, размер, цвет, текст, прозрачность, свечение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Анимации — 20 анимаций, скорость, комбинирование, траектория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Таймлайн — ключевые кадры и воспроизведение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50292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3D — фигура, вращение, перспектива, камера, WebGL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Сцена — фон, тема, эффекты, погода, курсор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Звук и голос, Сессия, Мини-игры, Песочница, Виджеты, Достижения, Справка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Motion Playground Web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Горячие клавиши и палитра команд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1206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Ctrl+K — палитра команд: найти любую функцию по названию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Ctrl+Z и Ctrl+Y — отмена и повтор действий, Ctrl+S — сохранить сцену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Стрелки двигают объект на 5 пикселей, со Shift — на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50292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Пробел — пуск и пауза, цифры 1–9 — быстрый выбор анимации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? — справка, Esc — выход из окна или режима показа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Motion Playground Web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Виджеты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1206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Местное время всех участников комнаты — видно, кто занимается вечером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Курсы валют ЦБ РФ и криптовалют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Фаза Луны: освещённость, возраст и дата следующего полнолуния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50292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Цитата и факт дня — с запасными источниками и вшитым набором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Все внешние данные идут через свой сервер-прокси и кэшируются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Motion Playground Web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Достижения, пасхалки, викторина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52 достижения: за фигуры, анимации, эффекты, игры и эксперименты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Пасхалки: скрытые команды и сочетания клавиш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Викторина из 24 вопросов по возможностям программы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Прогресс хранится в браузере и не теряется при перезагрузке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Motion Playground Web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7150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Клиент — 50 ES-модулей: браузер грузит их напрямую, без сборщика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Сервер — room_server.py на стандартной библиотеке Python 3.10+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Медиаданные звонка идут напрямую между браузерами, сервер только помогает установить соединение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Состояние программы хранится в одном объекте, модули общаются через шину событий</a:t>
            </a:r>
          </a:p>
        </p:txBody>
      </p:sp>
      <p:pic>
        <p:nvPicPr>
          <p:cNvPr id="6" name="Picture 5" descr="fig1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368222"/>
            <a:ext cx="4846320" cy="28530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Motion Playground Web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Модули клиента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7150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js/core — ядро: состояние, перевод, медиа, кодировщик GIF, плагины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js/scene — сцена: фигуры, анимации, физика, 3D, эффекты, запись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js/ui — интерфейс: панели, таймлайн, палитра команд, горячие клавиши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js/net — сеть: транспорт, сессия, чат, доска, звонок, QR-код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js/features — возможности: звук, погода, игры, песочница, журнал</a:t>
            </a:r>
          </a:p>
        </p:txBody>
      </p:sp>
      <p:pic>
        <p:nvPicPr>
          <p:cNvPr id="6" name="Picture 5" descr="fig8-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583180"/>
            <a:ext cx="4846320" cy="24231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Motion Playground Web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Схема сети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7150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▸ Основной канал — WebSocket: состояния, чат, курсоры, доска, игры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▸ Запасной — SSE, если WebSocket закрыт прокси или антивирусом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▸ REST — вход в комнату, загрузка файлов, журнал, внешние данные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▸ Обмен короткими JSON-сообщениями: у клиента поле kind, у сервера — type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▸ При обрыве связи — переподключение с задержкой до 15 секунд, без перезагрузки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▸ Ping каждые 25 секунд; участник без сообщений 90 секунд удаляется из комнаты</a:t>
            </a:r>
          </a:p>
        </p:txBody>
      </p:sp>
      <p:pic>
        <p:nvPicPr>
          <p:cNvPr id="6" name="Picture 5" descr="fig6-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700430"/>
            <a:ext cx="4846320" cy="21886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Motion Playground Web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Комнаты, роли, чат, доска, опросы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1206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Комната — шестизначный код; войти можно по коду или по QR-коду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Роли: ведущий — первый вошедший, остальные — участники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Чат с реакциями, уведомлениями и индикатором «печатает…»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50292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Общая доска: рисуют все одновременно, можно записать и сохранить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Опросы: создание, голосование, закрытие — результат виден сразу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Motion Playground Web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Звонок и демонстрация экрана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1206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Видео, голос и экран — по WebRTC, напрямую между браузерами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Сервер пересылает только offer, answer и ICE-кандидаты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Есть STUN, переподключение и «доезд» новых участников к начатому звонку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50292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Без прямого соединения звонок ждёт, а чат и сцена продолжают работать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Камера и экран доступны по HTTPS или на localhost — требование браузеров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Motion Playground Web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Общая сцена и журнал занятия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1206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Общая сцена: один «холст» на всех, правки любого участника видны сразу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Своя сцена при этом сохраняется — вернуться к ней можно в любой момент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Журнал занятия: до 800 событий — входы, действия, игры, объявления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50292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Журнал можно просмотреть, скопировать и выгрузить в Markdown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История пишется в data/rooms.json и переживает перезапуск сервера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Motion Playground Web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Плагины и открытое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1206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Объект window.__motion: объекты, анимации, эффекты, таймлайн, чат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Плагин выполняется в песочнице: внутри нет window, document, fetch и eval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Глобальные имена перекрываются параметрами функции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50292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Плагин можно остановить: все его таймеры и обработчики снимаются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Три готовых примера находятся во вкладке «Справка»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Motion Playground Web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Мини-игры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7150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Шахматы и крестики-нолики: партия живёт на сервере, игроки — в разных браузерах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Правила и проверка ходов выполняются на сервере, поэтому «схитрить» нельзя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Клиент получает список разрешённых ходов и подсвечивает их на доске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Змейка и «камень, ножницы, бумага» работают локально, без сервера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Результат партии попадает в ленту событий и журнал занятия</a:t>
            </a:r>
          </a:p>
        </p:txBody>
      </p:sp>
      <p:pic>
        <p:nvPicPr>
          <p:cNvPr id="6" name="Picture 5" descr="fig4-g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583180"/>
            <a:ext cx="4846320" cy="24231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Motion Playground Web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Шахматный движок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1206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Доска — список из 64 элементов: пусто или код вида wP, bK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Ходы фигур описываются наборами направлений, у пешки — свои правила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Поддержаны рокировка, взятие на проходе и превращение пешки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50292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После хода проверяются шах, мат и пат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Клиент получает готовый список разрешённых ходов и только рисует доску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Движок покрыт 34 автоматическими проверками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Motion Playground Web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Песочница «Порошок»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7150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Клеточный автомат: 38 элементов в шести группах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Рисуем кистью: песок, вода, огонь, лава, кислота, металл, растения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Реакции: вода гасит огонь, лава в воде становится обсидианом, кислота ест породу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Шесть демонстраций: вулкан, дождь, химия, фейерверк, цепь, пустое поле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Счётчики элементов, пауза и очистка поля</a:t>
            </a:r>
          </a:p>
        </p:txBody>
      </p:sp>
      <p:pic>
        <p:nvPicPr>
          <p:cNvPr id="6" name="Picture 5" descr="fig5-pow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544097"/>
            <a:ext cx="4846320" cy="250132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Motion Playground Web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Шаг клеточного автомата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7150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Обход поля снизу вверх; направление меняется каждый кадр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Метка «уже двигалась» не даёт клетке сместиться дважды за кадр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Тяжёлое вытесняет лёгкое: песок тонет в воде, вода топит газы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Пять типизированных массивов: тип, жизнь, метка, прошлое, шум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Поле до 30 тысяч клеток, шаг повторяется 60 раз в секунду</a:t>
            </a:r>
          </a:p>
        </p:txBody>
      </p:sp>
      <p:pic>
        <p:nvPicPr>
          <p:cNvPr id="6" name="Picture 5" descr="fig7-algorith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050085"/>
            <a:ext cx="4846320" cy="34893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Motion Playground Web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Путь одного кадра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7150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Ввод: мышь, панели, таймлайн, голос, сообщения из комнаты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Состояние: единый объект и история для отмены действий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Расчёт: шаг времени, траектория, физика, значения между ключами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Отрисовка: transform и стили объектов, слои canvas для фона и эффектов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Обмен: снимок сцены участникам, запись видео и GIF, экспорт CSS/HTML</a:t>
            </a:r>
          </a:p>
        </p:txBody>
      </p:sp>
      <p:pic>
        <p:nvPicPr>
          <p:cNvPr id="6" name="Picture 5" descr="fig9-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778596"/>
            <a:ext cx="4846320" cy="203232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Motion Playground Web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Свои алгоритмы: QR и GIF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1206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Свой генератор QR-кодов: стандарт ISO/IEC 18004, версии 1–10, уровень M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Размещение данных, коды Рида — Соломона, выбор одной из восьми масок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Свой кодировщик GIF89a: палитра 256 цветов и сжатие LZW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50292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Оба результата проверяются независимыми декодерами на Python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Зачем: программа должна работать без интернета и без сторонних библиотек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Motion Playground Web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Технологии, проверки, запуск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7150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HTML5, CSS3, ES-модули, Canvas 2D, Web Animations, Web Audio, WebRTC, Python 3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11 наборов автоматических проверок: 405 проверок, все проходят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Запуск: python3 room_server.py, затем адрес http://localhost:8080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Работает без интернета: офлайн-кэш, запасные источники погоды и курсов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Спасибо за внимание!</a:t>
            </a:r>
          </a:p>
        </p:txBody>
      </p:sp>
      <p:pic>
        <p:nvPicPr>
          <p:cNvPr id="6" name="Picture 5" descr="fig10-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426847"/>
            <a:ext cx="4846320" cy="27358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Motion Playground Web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