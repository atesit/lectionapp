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Спросите, кто уже делал анимацию. Обычно находится один-два человека — это повод сразу показать первую сцену.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Частая ошибка: открыть файл index.html двойным щелчком. Так не работает — нужен именно адрес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Дайте классу минуту просто пощёлкать вкладки. Первое знакомство лучше проходит руками, а не рассказом.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каждый поставит свою фигуру в свой угол сцены: так сразу видно, что объектов может быть сколько угодно.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Хороший приём: попросите сделать фигуру, которой «жарко», и фигуру, которой «холодно». Цвет выбирают очень по-разному.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каждый включит по две анимации и покажет соседу по парте, какую сцену он придумал.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Сравните с книжкой-раскладушкой: рисунки по углам, а движение — между ними. Детям это сравнение понятно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Задание-шутка: уронить два мячика с разной упругостью и угадать, какой подпрыгнет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куб и предложите найти у него заднюю грань. Это первая игра с объёмом, она всегда вызывает спор.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Предупредите: микрофон просит разрешение браузера. Если ученики нажмут «запретить», волна не появится.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Весёлый опыт: попросить класс хором сказать «круг». Обычно появляется с десяток фигур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каждого придумать фон для своей сцены: лес, город, космос. Фон меняет впечатление сильнее, чем фигура.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Запись экрана в браузере просит разрешение. Лучше показать её один раз на компьютере учителя.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отмену сразу после первого удачного сохранения: ученик перестаёт бояться ошибки и пробует смелее.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Приём: остановить физику и обвести траекторию мячика. Получается наглядная схема, которую видно всему классу.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Задание: сделать титры к своей сцене — название, автор, год. Это самый быстрый способ почувствовать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Спросите: какая погода сегодня и подходит ли она к сцене. Это неожиданно живой вопрос для седьмого класса.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Виджеты удобно использовать как разминку: например, посмотреть время в другом полушарии и объяснить разницу.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Дайте пять минут на свободную игру. Песочница — самый затягивающий раздел, потом её трудно выключить.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Турнир по крестикам-ноликам на пять минут отлично возвращает класс к работе после сложной темы. Тому, кто не играет в шахматы, дайте роль судьи: проверять ходы по подсказкам.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каждого сделать код своей сцены и приклеить его в тетрадь. Получается домашнее задание, которое легко проверить.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раз обязательно потренируйтесь: пусть три человека одновременно двигают одну фигуру и посмотрят, что выйдет.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Назначьте роль наблюдателя на пять минут: это учит смотреть чужую работу, не перебивая.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Поднятая рука в чате спасает тихих учеников: они задают вопрос текстом охотнее, чем вслух.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 экрана полезна на контрольной: учитель показывает задание, а не диктует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называйте секреты сразу. Дайте подсказку и оставьте на последние пять минут урока.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Устройте забег: кто быстрее создаст фигуру только клавиатурой, без мыши.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Проверьте вместе: откройте комнату с телефона и с компьютера одновременно и сравните вид.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Задания идут по нарастающей. Первое делают все, пятое — кто успел; остальные доделывают дома.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Вопросы с последнего пункта разберите в начале следующего урока — это лучший план для повторения.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Давай познакомимся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C4B5FD"/>
                </a:solidFill>
                <a:latin typeface="Calibri"/>
              </a:rPr>
              <a:t>Motion Playground Web за полчаса: фигуры, движение, физика, песочница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Знакомство с программой: 30 слайдов и пять заданий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Что понадобится: компьютер или телефон и браузер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Что это за 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Открывается прямо в браузере — ничего устанавливать не надо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На сцене живут фигуры: двигаются, светятся, сталкиваются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работать один, а можно вместе с классом в общей комнате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Всё, что сделаешь, можно сохранить, записать или показать другу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Как открыть программу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Шаг 1. Учитель запускает сервер и называет адрес комнаты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Шаг 2. Открываешь этот адрес в браузере — программа загрузилась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Шаг 3. Вводишь имя и код комнаты — и ты на сцене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Интернет не обязателен: без него просто не будет погоды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Где что находится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 центре — сцена: именно тут появляются фигуры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Справа — панель с двенадцатью вкладками, там все настройки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Сверху — код комнаты, язык, тема и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Снизу — подсказки и значок соединения</a:t>
            </a:r>
          </a:p>
        </p:txBody>
      </p:sp>
      <p:pic>
        <p:nvPicPr>
          <p:cNvPr id="6" name="Picture 5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31431"/>
            <a:ext cx="4846320" cy="31266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Первый объект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Открой вкладку «Объект» — там выбирается форма фигуры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Выбери круг: он появится в центре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Перетащи его мышью или пальцем — фигура поедет за курсором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Стрелки на клавиатуре сдвигают фигуру на 5 пикселей, со Shift — на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Цвет, размер и прозрачность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Размер — ползунок: от маленькой точки до большого круга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Цвет — палитра: любой оттенок и готовые наборы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Прозрачность — ползунок: фигура станет полупрозрачной, как стекло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Попробуй сделать солнце: жёлтый круг, большая прозрачность, свечение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Заставляем двигаться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Вкладка «Анимации»: двадцать готовых движений на выбор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Вращение, пружина, маятник, вспышка, дыхание, дрожание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Скорость и повтор задаются ползунками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Кнопка «Стоп» мгновенно останавливает всё, что крутится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Таймлайн: кино из кадров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Вкладка «Таймлайн» — это лента времени, как в мультфильме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Ставишь ключевые кадры: где фигура была в начале и где в конце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Программа сама дорисовывает всё, что между ними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Можно проиграть заново, замедлить или поставить на паузу</a:t>
            </a:r>
          </a:p>
        </p:txBody>
      </p:sp>
      <p:pic>
        <p:nvPicPr>
          <p:cNvPr id="6" name="Picture 5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05014"/>
            <a:ext cx="4846320" cy="25794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Физика: падение и отскок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Включаешь физику — фигуры начинают падать вниз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Гравитацию можно сделать лунной или вообще выключить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Упругость: мячик отскакивает, а пластилин остаётся на месте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Фигуры сталкиваются друг с другом и расталкиваются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Трёхмерный режим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Вкладка «3D»: плоская сцена превращается в объёмную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Мышью вращаешь камеру, колесом — приближаешь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На телефоне сцена поворачивается наклоном устройства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Глубина у каждой фигуры своя: можно спрятать одну за другой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Звук и музыка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Вкладка «Звук и голос»: звук рисуется, а не записывается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Частота, громкость, длительность — из них получается любой сигнал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Микрофон превращает голос в живую волну на экране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Есть готовые звуки: ветер, дождь, щелчок, звонок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Управление голосом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Скажи «круг» — на сцене появится круг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Скажи «стоп» — анимация остановится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Голосовые команды понимаются по-русски и по-английски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Если шумно в классе, команды лучше отключить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Картинки и видео на сцене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загрузить свою картинку или файл с телефона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вставить видео по ссылке — с любого доступного сервиса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Картинку можно двигать, вращать и сделать фоном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Всё это живёт на сцене вместе с фигурами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Записать и показать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Кнопка записи снимает сцену в видео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сохранить короткую анимацию в формате GIF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выгрузить сцену как готовую веб-страницу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Готовый файл открывается где угодно, даже без программы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Сохранить и вернуться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Сцену можно сохранить и открыть снова на следующем уроке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Имя файла придумай сам: «Моя первая сцена» подойдёт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Отмена действия — Ctrl+Z, вернуть — Ctrl+Y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Если закрыл вкладку случайно — программа предложит вернуться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Белая доска поверх сцены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Включается белая доска — рисуй прямо по анимации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Кисть, карандаш, ластик, выделение фломастером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Полотно доски можно записать отдельным видео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И можно сохранить рисунок картинкой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Текст и подписи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Любую надпись можно поставить на сцену как объект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Меняются шрифт, размер, цвет и обводка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Надпись двигается вместе со сценой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Из надписей получаются титры, названия и реплики героев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Погода и время на сцене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Сцена знает, какая погода за окном, и показывает её эффектами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Дождь, снег, туман, листопад, ветер — по сезону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Ночью сцена темнеет, утром светлеет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Если данных нет, погоду можно выбрать руками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Виджеты: полезные мелочи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Часы и время в других городах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Курс валют и стоимость криптовалют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Фаза луны на сегодня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Случайная цитата или факт дня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Песочница: песок, вода, огонь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Вкладка «Песочница» — это поле из клеток, как на миллиметровке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Тридцать восемь материалов: песок, вода, огонь, пар, лёд, лава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Вода растекается, огонь поднимается, пар остывает и снова капает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Можно строить плотины, пещеры и целые вулканы</a:t>
            </a:r>
          </a:p>
        </p:txBody>
      </p:sp>
      <p:pic>
        <p:nvPicPr>
          <p:cNvPr id="6" name="Picture 5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44097"/>
            <a:ext cx="4846320" cy="25013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Мини-игры и шахматы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715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Шахматы, крестики-нолики, змейка, камень-ножницы-бумага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Играют двое: можно против соседа по парте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В шахматах ходы проверяются по правилам, под шах ходить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Партию можно сохранить и доиграть на следующем уроке</a:t>
            </a:r>
          </a:p>
        </p:txBody>
      </p:sp>
      <p:pic>
        <p:nvPicPr>
          <p:cNvPr id="6" name="Picture 5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83180"/>
            <a:ext cx="4846320" cy="2423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QR-код своей сцены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Любую сцену можно превратить в QR-код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Наводишь камеру телефона — и сцена открывается на экране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Код рисуется самой программой, без интернета и сервисов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Так удобно показывать работу родителям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Работаем вместе: комната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Комната — это общая сцена для всех, кто ввёл её код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Каждый видит фигуры соседа и чужие курсоры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включить общую сцену: тогда изменения видны всем сразу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Учитель может закрепить чужие фигуры и дать слово одному ученику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Кто главный: роли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Учитель: полный доступ, может ставить роли и удалять объекты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Ученик: добавляет и двигает свои фигуры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Наблюдатель: смотрит и слушает, но ничего не меняет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Роль меняется одной кнопкой в панели учителя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Чат, вопросы и реакции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 чате можно написать вопрос, не прерывая объяснение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Реакции: поднятая рука, плюс, восклицательный знак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Опрос: учитель задаёт вопрос, класс голосует кнопками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Есть индикатор: кто сейчас печатает, а кто отошёл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Звонок и демонстрация экрана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включить видеозвонок прямо в программе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показать свой экран классу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Связь идёт напрямую между компьютерами, без внешних сервисов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Если связь слабая, программа снижает качество сама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Достижения и секреты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За действия выдаются достижения: первая фигура, первая запись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Секреты: попробуй набрать особое слово или комбинацию клавиш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Есть викторина по программе в разделе «Справка»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Весь прогресс хранится в браузере и не теряется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Быстрые клавиши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Пробел — пауза и пуск всей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Стрелки — сдвинуть выбранную фигуру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Ctrl+Z — отменить последнее действие, Ctrl+Y — вернуть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Ctrl+K — командная строка: печатай, что нужно, ищи кнопкой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На телефоне и планшете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Программа подстраивается под экран от 320 пикселей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Панель становится нижней, кнопки — крупнее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Управление пальцем: перетаскивание и масштабирование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Можно установить как приложение на главный экран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Пять заданий на урок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1. Собери сцену из трёх фигур с разными анимациями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2. Сделай мячик, который прыгает и не улетает за край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3. Запиши свою сцену в короткую анимацию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4. Построй в песочнице плотину, которую не прорвёт вода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▸ 5. Придумай фон и титры к своей сцене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Что попробовать дома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Сделать сцену про свою погоду за окном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Придумать героя: фигура, движение, звук, подпись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Собрать из сцены короткий ролик и показать его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▸ Записать три вопроса, которые остались непонятными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09960" y="6172200"/>
            <a:ext cx="7772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Давай познакомимся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