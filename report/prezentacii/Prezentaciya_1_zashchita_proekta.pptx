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Ключевое ограничение сформулировано сразу: никаких сборщиков и внешних библиотек. Отсюда следует почти каждое техническое решение.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Требования перечислены в порядке важности: именно так они и проверялись на последнем этапе.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Аргумент для комиссии: программа не просто делает анимацию, она делает процесс создания анимации видимым.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модуль — одна задача. Это сделано не для красоты: на занятии удобно открыть один файл и объяснить только 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Слои разделены, чтобы частицы и рисование на доске не перерисовывали объекты: это экономит кадр на слабых машинах.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Сложение анимаций — редкая возможность: в большинстве учебных примеров вторая анимация отменяет первую.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Формула простая и показана на слайде схемы: k = (t − a) / (b − a), значение = a + (b − a)·k.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Ограничение шага — защита от «заморозки» вкладки: без него объект за один кадр улетел бы за границу сцены.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Запасной режим важен: WebGL есть не на всех школьных компьютерах, а CSS 3D работает везде.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Отсутствие файлов означает, что программу можно передать одним архивом без нарушения чьих-либо прав на материалы.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пути передачи — ответ на реальную проблему: картинка передаётся сразу, а видео размером в десятки мегабайт — только по ссылке с сервера.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Экспорт в CSS и HTML — самый убедительный момент для комиссии: анимация продолжает работать отдельно от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Эргономику проверяли на телефоне: это самый быстрый способ найти узкие места в раскладке.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на слайде показывает три канала: постоянный WebSocket, запасной SSE и прямой канал звонка между браузерами.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Права проверяются на сервере: часть команд доступна только ведущему, замороженная комната не принимает изменения от участников.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Сервер не пересылает сообщение обратно автору, а сигналы звонка доставляет только указанному участнику.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Именно эта часть позволила использовать программу в школьной сети: WebSocket там закрыт чаще, чем хотелось бы.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Состояние комнаты сбрасывается на диск каждые 15 секунд, поэтому урок переживает перезапуск сервера.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Прямой канал снимает нагрузку с сервера: даже слабый компьютер выдерживает звонок на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преподавателя журнал — готовый отчёт о занятии, его не нужно писать вручную.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База данных не используется сознательно: объёмов урока хватает, а запуск остаётся простым.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на слайде — один шаг симуляции: от обхода до отрисовки.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Сверка с чужими декодерами — главное доказательство корректности: программа читает то, что мы записали.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Правила существуют в одном экземпляре на сервере — это исключает расхождение между игроками.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Тесты запускаются одной командой и занимают меньше минуты — это позволило прогонять их после каждого изменения.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Диаграмма показывает распределение проверок по наборам: больше всего сил ушло на интерфейс и сетевую часть.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Ограничения названы честно: комиссия обычно спрашивает именно о них, и лучше ответить самой, чем услышать вопрос.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Финальный слайд защиты: коротко повторяем, что обещали и что получилось.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Планы сформулированы как развитие, а не как исправление: текущая версия полностью работоспособна.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Демонстрация занимает около восьми минут и идёт последним блоком.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9509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93C5FD"/>
                </a:solidFill>
                <a:latin typeface="Times New Roman"/>
              </a:rPr>
              <a:t>Защита учебного проекта: постановка задачи, архитектура, реализация, результаты испытаний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Работу выполнил: ____________________________________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Группа: __________      Руководитель: ____________________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Объём работы: 16 032 строки кода, 50 модулей, 11 наборов проверок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Цель и задачи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Цель: создать программу, на которой приёмы веб-разработки объясняются непосредственно на занятии, а не по слайдам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Задача 1: редактор анимаций — объекты, анимации, траектории, физика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Задача 2: среда совместной работы класса — комнаты, чат, доска, опросы, звонок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Задача 3: программа должна запускаться без сборки и без установки зависимостей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Задача 4: всё проверяется автоматическими тестами, а не «на глаз»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Техническое задание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Работа в обычном браузере, без установки на компьютер ученика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Один сервер на стандартной библиотеке Python, без базы данных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Одновременная работа класса: не менее двух десятков участников в комнате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Два языка интерфейса: русский и английский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Сохранение хода занятия и работа при отсутствии интернета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Почему своя разработка, а не готовый конструктор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Готовые конструкторы анимаций закрывают код: приём остаётся «чёрным ящиком»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Онлайн-сервисы требуют интернет и регистрацию — на уроке это риск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Собственная программа показывает каждый шаг: от формулы до пикселя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Отсутствуют лицензионные платежи и зависимость от чужого сервиса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Проект открыт для изменений: ученик может дописать модуль или плагин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Структура программы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Клиент: 50 модулей JavaScript, 12 128 строк, пять папок по назначению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Сервер: room_server.py, 2 151 строка, стандартная библиотека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Разметка index.html — 806 строк, оформление styles.css — 947 строк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Разделение на модули позволяет разбирать каждую часть отдельно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Общение между модулями — через шину событий, состояние — в одном объекте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Сцена: объекты и слои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Объекты — элементы DOM, двигаются через CSS-преобразование transform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Фон, частицы эффектов и общая доска — отдельные холсты canvas под объектами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Поддерживается несколько объектов, каждый со своими настройками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11 типов фигур, включая текст, эмодзи, изображение и видео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12 фонов, сезонные эффекты, погода на сцене, эффекты курсора</a:t>
            </a:r>
          </a:p>
        </p:txBody>
      </p:sp>
      <p:pic>
        <p:nvPicPr>
          <p:cNvPr id="7" name="Picture 6" descr="fig2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62851"/>
            <a:ext cx="4846320" cy="31266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Анимации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20 готовых анимаций: pulse, rotate, slide, bounce, heartbeat, spiral, orbit, morph и другие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Настраиваются длительность, задержка, число повторов, направление и скорость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Несколько анимаций складываются, а не заменяют друг друга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Реализовано на Web Animations API с параметром composite add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Запасной путь — CSS-анимации, если интерфейс недоступен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Таймлайн и расчёт промежуточных значений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Ключевые кадры задаются по семи свойствам объекта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Между ключами работает линейная интерполяция, цвета смешиваются по каналам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Ключ выделяется щелчком и перетаскивается по шкале времени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Есть воспроизведение, пауза, зацикливание и список всех ключей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Шаг берётся из системного времени: скорость ролика не зависит от кадров</a:t>
            </a:r>
          </a:p>
        </p:txBody>
      </p:sp>
      <p:pic>
        <p:nvPicPr>
          <p:cNvPr id="7" name="Picture 6" descr="fig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36434"/>
            <a:ext cx="4846320" cy="25794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Физика объектов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Модель: тело с координатами, скоростью и радиусом, равным половине размера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Интегрирование — полушаговый Эйлер с шагом времени не более 0,033 секунды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Ускорение свободного падения — 1400 пикселей на секунду в квадрате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Отражение от границ с коэффициентом восстановления 0,78, трение о пол 0,985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Столкновения — как упругий удар равных масс, тело под мышью неподвижно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Трёхмерный режим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CSS 3D: куб, пирамида, призма, цилиндр, сфера, додекаэдр, тор, кубик Рубика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Настраиваются оси вращения, скорость, перспектива и материал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Камера управляется мышью, на телефоне — наклоном устройства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Дополнительная сцена на Three.js подключается по сети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Если библиотека недоступна, программа остаётся на CSS 3D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Звук, микрофон, речь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Генерация звука на Web Audio: форма волны, частота, громкость, длительность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Визуализатор микрофона: спектр голоса управляет объектами сцены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Синтез речи — программа произносит заданный текст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Голосовое управление командами в браузерах Chrome и Edge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Звуковых файлов в проекте нет: звук вычисляется в браузере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Работа с медиа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Видео по ссылке: разбираются адреса YouTube, Rutube и VK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Свои файлы: изображения и видео как объект или как фон сцены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Загрузка на сервер — до 25 МБ на файл, до 300 МБ на хранилище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Мелкие файлы сжимаются на холсте и передаются в сообщении (до 120 КБ)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Проверяется тип файла, очищается имя, при переполнении удаляются старые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Запись и экспорт результата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Запись всей сцены в видео: фон, эффекты, объекты и доска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Сборка GIF собственным кодировщиком — без библиотек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Экспорт анимации в готовые файлы CSS и 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Скриншот сцены и запись рисования на общей доске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Результат ученика можно показать без запуска самой программы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Интерфейс и эргономика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Двенадцать вкладок: настройки разложены по смыслу, а не в один длинный список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Палитра команд по Ctrl+K: любая функция находится по названию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Отмена и повтор действий, склейка однотипных правок в истории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Полноэкранный режим, режим показа, «картинка в картинке»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Проверка на экранах 320, 360 и 400 пикселей: горизонтальной прокрутки нет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Два языка интерфейса: русский и английский, по 720 строк перевода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Архитектура клиент-сервер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Клиент — браузер: модули загружаются напрямую, сборка не требуется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Сервер — один процесс Python: комнаты, WebSocket, SSE, REST, прокси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Медиаданные звонка идут между браузерами напрямую, в обход сервера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Состояние программы — единый объект, изменения идут через историю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Каждая часть может быть заменена отдельно: связанность низкая</a:t>
            </a:r>
          </a:p>
        </p:txBody>
      </p:sp>
      <p:pic>
        <p:nvPicPr>
          <p:cNvPr id="7" name="Picture 6" descr="fig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99642"/>
            <a:ext cx="4846320" cy="28530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Протокол обмена: команды клиента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Каждое сообщение клиента содержит поле kind — тип команды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Основные команды: state, action, cursor, chat, typing, reaction, profile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Работа с доской и опросами: stroke, board_clear, poll_create, poll_vote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Совместные режимы: shared_enable, shared_update, shared_disable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Игры и звонок: game_create, game_move, game_reset, rtc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Протокол обмена: рассылки сервера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Ответы сервера содержат поле type — тип события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Снимок комнаты и состав участников: snapshot, users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Общение: chat, chat_cleared, typing, reaction, announce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Совместная работа: stroke, board_clear, poll, shared, games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Служебные: ping, reply, frozen, kicked, preset, feed, rtc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Надёжность соединения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Три транспорта: WebSocket, SSE и REST — переключение автоматическое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При обрыве — переподключение с возрастающей задержкой до 15 секунд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Сцена продолжает работать локально, перезагружать страницу не нужно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Клиент посылает ping каждые 25 секунд и ждёт подтверждения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Участник без сообщений 90 секунд удаляется из комнаты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Адреса сервера: /ws, /api/events, /api/join, /api/room, /api/upload, /api/journal</a:t>
            </a:r>
          </a:p>
        </p:txBody>
      </p:sp>
      <p:pic>
        <p:nvPicPr>
          <p:cNvPr id="7" name="Picture 6" descr="fig6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631850"/>
            <a:ext cx="4846320" cy="21886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Совместная работа класса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Комната — шестизначный код, вход по коду или по QR-коду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Роли: ведущий — первый вошедший, остальные — участники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Чат с реакциями, уведомлениями и индикатором набора текста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Общая доска: рисуют все, рисунок можно записать и сохранить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Опросы: создание, голосование, закрытие — итог виден сразу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Звонок и демонстрация экрана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Технология WebRTC: видео, голос и экран идут напрямую между браузерами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Сервер пересылает только offer, answer и ICE-кандидаты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Используется STUN для обхода NAT, есть переподключение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Участники могут присоединиться к уже начатому звонку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Без камеры и микрофона чат и сцена продолжают работать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Общая сцена и журнал занятия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Общая сцена: один «холст» на всех, правки видны участникам сразу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Своя сцена сохраняется, вернуться к ней можно в любой момент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Журнал занятия: до 800 событий — входы, действия, игры, объявления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Журнал доступен по /api/journal и выгружается в Markdown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История хранится в data/rooms.json и переживает перезапуск сервера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Хранение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Оперативная память сервера — комнаты, участники, чат, игры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Файл data/rooms.json — комнаты и журнал, запись через временный файл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Папка uploads/ — медиатека, до 25 МБ на файл и до 300 МБ всего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Браузер — язык, тема, последняя сцена, достижения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Кэш сервис-воркера — оболочка приложения для работы без сети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Алгоритм клеточного автомата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Поле разбито на клетки по 4 пикселя, до 30 тысяч клеток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Пять типизированных массивов: тип, жизнь, метка, прошлое, шум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Обход снизу вверх, направление меняется каждый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Метка «уже двигалась» исключает повторную обработку клетки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Тяжёлое вытесняет лёгкое: песок тонет в воде, вода топит газы</a:t>
            </a:r>
          </a:p>
        </p:txBody>
      </p:sp>
      <p:pic>
        <p:nvPicPr>
          <p:cNvPr id="7" name="Picture 6" descr="fig7-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81505"/>
            <a:ext cx="4846320" cy="34893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Собственные реализации: QR и GIF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Генератор QR-кодов: стандарт ISO/IEC 18004, версии 1–10, уровень 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Размещение данных, коды Рида — Соломона, выбор маски по штрафным очкам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Кодировщик GIF89a: палитра 256 цветов и сжатие LZW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Оба результата проверяются независимыми декодерами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Причина: программа обязана работать без интернета и без библиотек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Шахматный движок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Доска — список из 64 элементов, фигура кодируется двумя символами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Ходы фигур описываются наборами направлений, у пешки — отдельные правила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Поддержаны рокировка, взятие на проходе, превращение пешки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После каждого хода проверяются шах, мат и пат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Клиент получает готовый список разрешённых ходов и только рисует доску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Методика тестирования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Интерфейс загружается в собственном минимальном окружении — без браузера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Проверки разделены по уровням: модуль, сцена, сервер, протокол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Часть наборов обращается к работающему серверу по реальному каналу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Результаты своих кодировщиков сверяются внешними декодерами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Проверяются также синтаксис модулей и совпадение словарей перевода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Результаты испытаний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Всего 405 проверок в 11 наборах, все проходят успешно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Интерфейс: 181 проверка — фигуры, анимации, физика, доска, чат, опросы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Сервер и протокол: 78 проверок — вход, снимок, чат, заморозка, SSE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Песочница: 38 проверок, шахматы: 34, GIF: 18, остальное — 56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Сверх того — сверка QR-кодов независимым декодером</a:t>
            </a:r>
          </a:p>
        </p:txBody>
      </p:sp>
      <p:pic>
        <p:nvPicPr>
          <p:cNvPr id="7" name="Picture 6" descr="fig10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58267"/>
            <a:ext cx="4846320" cy="27358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Ограничения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Точность распознавания речи зависит от браузера и от шума в помещении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Прямое видеосоединение не поднимается, если сеть запрещает такие подключения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Прогноз погоды требует выхода в интернет, без него включается ручной выбор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Производительность падает при очень большом числе объектов на сцене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Выводы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Программа выполняет все пункты технического задания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Запуск не требует сборки, базы данных и внешних сервисов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Совместная работа класса проверена на локальной сети школы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Все ключевые алгоритмы реализованы самостоятельно и проверены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Программа пригодна для использования на занятиях информатики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Направления дальнейшей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Перенос серверной части на асинхронный фреймворк для больших классов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Облачное хранение сцен и обмен работами по ссылке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Расширение набора мини-игр и добавление турнирного режима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Режим «преподаватель видит экраны учеников»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Импорт собственных шрифтов, спрайтов и звуковых наборов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Демонстрация работы программы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Показ 1: создание объекта, назначение двух анимаций одновременно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Показ 2: таймлайн — ключевые кадры и автоматический расчёт значений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Показ 3: комната — вход по QR-коду, чат, общая доска, опрос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Показ 4: песочница «Порошок» — вулкан и поведение материалов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Показ 5: запись сцены в GIF и экспорт анимации в 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Разработка интерактивной веб-площадки 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