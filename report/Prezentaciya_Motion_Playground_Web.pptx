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Программа задумывалась как наглядное пособие: всё, о чём говорится на уроке, можно тут же показать и изменить. Объём — около 16 тысяч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сценарий — объяснение нового материала, второй — практическая работа группы, третий — домашнее задание. Переход между сценариями не требует переустановки или новой сборки.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Окно делится на четыре области. Сцена занимает центр: именно на ней видны объекты, анимации, эффекты и общая доска.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Фигуры сделаны на CSS через clip-path, поэтому их можно плавно превращать друг в друга. Фон, частицы и доска рисуются на отдельных холстах под объектами.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Анимации работают через Web Animations API с параметром composite add — поэтому пульсация не отменяет вращение. Траектория задаётся формулой или списком точек.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Таймлайн превращает набор настроек в маленький мультфильм: пользователь ставит ключи в начале и в конце, а всё, что между ними, рассчитывается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Трёхмерный режим построен на CSS-трансформациях, поэтому он работает даже без WebGL и без сети. WebGL-сцена подключается дополнительно.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Звук не хранится в файлах, а вычисляется в браузере, поэтому в проекте нет ни одной звуковой дорожки и программа остаётся полностью автономной.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Такое разделение позволяет разбирать на уроке каждую часть отдельно: клиент, сервер и канал звонка почти не зависят друг от друга.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папок, пятьдесят файлов. Один модуль — одна задача: это позволяет показывать на занятии отдельные части программы, не объясняя всю остальную.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транспорта нужны для надёжности: если в школьной сети закрыт WebSocket, программа сама переходит на запасной канал, и урок продолжается.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Многопользовательский режим собран вокруг комнаты. Состояние комнаты сохраняется на диске каждые 15 секунд, поэтому урок переживает перезапуск сервера.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Прямой канал связи разгружает сервер: видео и голос идут между браузерами, а сервер пересылает только короткие служебные сообщения.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Общая сцена нужна, когда преподаватель показывает приём: ученики видят ровно то, что делает учитель, но могут в любой момент вернуться к своей работе.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Шахматный движок написан заново: он поддерживает рокировку, взятие на проходе, превращение пешки, шах, мат и пат, и покрыт 34 проверками.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Песочница — самая наглядная часть программы: на ней удобно объяснять, что такое моделирование, состояние клетки и правила перехода между состояниями.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Обход снизу вверх — ключевой приём: иначе сыпучие тела проваливались бы за кадр на несколько клеток. Смена направления убирает «заваливание» куч в одну сторону.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Собственные реализации появились не случайно: проект должен работать без интернета и без библиотек, поэтому кодировщики написаны с нуля и проверены внешними декодерами.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программа собрана из стандартных браузерных и серверных средств, полностью проверена автоматическими тестами и запускается одним файлом.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0040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93C5FD"/>
                </a:solidFill>
                <a:latin typeface="Times New Roman"/>
              </a:rPr>
              <a:t>Интерактивная веб-площадка для создания анимаций и совместной работы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66344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>
                <a:solidFill>
                  <a:srgbClr val="C7D2DE"/>
                </a:solidFill>
                <a:latin typeface="Times New Roman"/>
              </a:rPr>
              <a:t>Доклад по учебному проекту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>
                <a:solidFill>
                  <a:srgbClr val="C7D2DE"/>
                </a:solidFill>
                <a:latin typeface="Times New Roman"/>
              </a:rPr>
              <a:t>Выполнил: ________________________________  (ФИО)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>
                <a:solidFill>
                  <a:srgbClr val="C7D2DE"/>
                </a:solidFill>
                <a:latin typeface="Times New Roman"/>
              </a:rPr>
              <a:t>Группа: __________     Преподаватель: ____________________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>
                <a:solidFill>
                  <a:srgbClr val="C7D2DE"/>
                </a:solidFill>
                <a:latin typeface="Times New Roman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Что за программа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212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Редактор анимаций в браузере: объекты, анимации, траектории, физика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Среда совместной работы класса: комнаты, чат, доска, опросы, звонок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Учебный стенд: любой приём веб-разработки виден «вживую» и настраивается непосредственно на занятии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51206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16 032 строки кода: 50 модулей JavaScript и сервер на Python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Ни сборки, ни внешних библиотек — запуск одним файлом room_server.py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Три сценария использования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78992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900" b="0">
                <a:solidFill>
                  <a:srgbClr val="1F2937"/>
                </a:solidFill>
                <a:latin typeface="Times New Roman"/>
              </a:rPr>
              <a:t>• Урок-демонстрация: показать приём и сразу изменить его параметры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900" b="0">
                <a:solidFill>
                  <a:srgbClr val="1F2937"/>
                </a:solidFill>
                <a:latin typeface="Times New Roman"/>
              </a:rPr>
              <a:t>• Работа класса: преподаватель открывает комнату, ученики входят по коду или QR-коду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900" b="0">
                <a:solidFill>
                  <a:srgbClr val="1F2937"/>
                </a:solidFill>
                <a:latin typeface="Times New Roman"/>
              </a:rPr>
              <a:t>• Самостоятельная работа: дома, без сервера и без интернета — приложение устанавливается на устройство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900" b="0">
                <a:solidFill>
                  <a:srgbClr val="1F2937"/>
                </a:solidFill>
                <a:latin typeface="Times New Roman"/>
              </a:rPr>
              <a:t>• Интерфейс во всех случаях один и тот же, меняется только состав доступных функций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Главное окно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8064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Верхняя панель: код комнаты, язык, тема, кнопка входа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Сцена: объекты — элементы DOM, фон и эффекты — холсты canvas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Правая панель: 12 вкладок со всеми настройками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Нижняя строка: время, состояние соединения, подсказки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Раскладка приспособлена для экранов от 320 пикселей</a:t>
            </a:r>
          </a:p>
        </p:txBody>
      </p:sp>
      <p:pic>
        <p:nvPicPr>
          <p:cNvPr id="6" name="Picture 5" descr="fig2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117131"/>
            <a:ext cx="4846320" cy="312665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Объекты и сцена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212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11 типов: круг, квадрат, треугольник, звезда, сердце, шестиугольник, кольцо, эмодзи, текст, изображение, видео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Свойства: размер, цвет, прозрачность, свечение, радиус, положение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Несколько объектов сразу, у каждого — свои настройки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51206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12 фонов и сезонные эффекты: снег, дождь, листопад, туман, конфетти, звёзды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Погода на сцене по данным метеосервисов, эффекты курсора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Анимации, траектории, физика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212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20 готовых анимаций: pulse, rotate, bounce, heartbeat, spiral, orbit, morph и другие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Настраиваются длительность, задержка, число повторов и скорость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Несколько анимаций одновременно: они складываются, а не заменяют друг друга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51206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Траектории: окружность, восьмёрка или путь, нарисованный мышью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Физика: гравитация, отскок с коэффициентом 0,78, столкновения объектов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Таймлайн: ключевые кадры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8064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Times New Roman"/>
              </a:rPr>
              <a:t>• Ключи по семи свойствам: X, Y, размер, прозрачность, свечение, радиус, цвет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Times New Roman"/>
              </a:rPr>
              <a:t>• Значения между ключами программа считает сама — линейной интерполяцией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Times New Roman"/>
              </a:rPr>
              <a:t>• Ключ можно выделить и перетащить по шкале времени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Times New Roman"/>
              </a:rPr>
              <a:t>• Есть воспроизведение, пауза, зацикливание и список всех ключей</a:t>
            </a:r>
          </a:p>
        </p:txBody>
      </p:sp>
      <p:pic>
        <p:nvPicPr>
          <p:cNvPr id="6" name="Picture 5" descr="fig3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390714"/>
            <a:ext cx="4846320" cy="257949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Трёхмерные фигуры и WebGL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78992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900" b="0">
                <a:solidFill>
                  <a:srgbClr val="1F2937"/>
                </a:solidFill>
                <a:latin typeface="Times New Roman"/>
              </a:rPr>
              <a:t>• CSS 3D без библиотек: куб, пирамида, призма, цилиндр, сфера, тор, кубик Рубика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900" b="0">
                <a:solidFill>
                  <a:srgbClr val="1F2937"/>
                </a:solidFill>
                <a:latin typeface="Times New Roman"/>
              </a:rPr>
              <a:t>• Настраиваются оси и скорость вращения, перспектива, материал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900" b="0">
                <a:solidFill>
                  <a:srgbClr val="1F2937"/>
                </a:solidFill>
                <a:latin typeface="Times New Roman"/>
              </a:rPr>
              <a:t>• Камера управляется мышью, а на телефоне — наклоном устройства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900" b="0">
                <a:solidFill>
                  <a:srgbClr val="1F2937"/>
                </a:solidFill>
                <a:latin typeface="Times New Roman"/>
              </a:rPr>
              <a:t>• Отдельная сцена на Three.js; если библиотека недоступна, работает CSS 3D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Звук, микрофон, голос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78992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900" b="0">
                <a:solidFill>
                  <a:srgbClr val="1F2937"/>
                </a:solidFill>
                <a:latin typeface="Times New Roman"/>
              </a:rPr>
              <a:t>• Генерация звука на Web Audio: форма волны, частота, громкость, длительность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900" b="0">
                <a:solidFill>
                  <a:srgbClr val="1F2937"/>
                </a:solidFill>
                <a:latin typeface="Times New Roman"/>
              </a:rPr>
              <a:t>• Визуализатор микрофона: спектр голоса управляет объектами сцены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900" b="0">
                <a:solidFill>
                  <a:srgbClr val="1F2937"/>
                </a:solidFill>
                <a:latin typeface="Times New Roman"/>
              </a:rPr>
              <a:t>• Синтез речи: программа произносит текст вслух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900" b="0">
                <a:solidFill>
                  <a:srgbClr val="1F2937"/>
                </a:solidFill>
                <a:latin typeface="Times New Roman"/>
              </a:rPr>
              <a:t>• Голосовое управление: «снег», «тема океан», «стоп» — в Chrome и 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Архитектура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8064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Times New Roman"/>
              </a:rPr>
              <a:t>• Клиент — 50 ES-модулей: браузер грузит их напрямую, без сборщика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Times New Roman"/>
              </a:rPr>
              <a:t>• Сервер — room_server.py на стандартной библиотеке Python 3.10+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Times New Roman"/>
              </a:rPr>
              <a:t>• Медиаданные звонка идут напрямую между браузерами, сервер только помогает установить соединение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Times New Roman"/>
              </a:rPr>
              <a:t>• Состояние программы хранится в одном объекте, модули общаются через шину событий</a:t>
            </a:r>
          </a:p>
        </p:txBody>
      </p:sp>
      <p:pic>
        <p:nvPicPr>
          <p:cNvPr id="6" name="Picture 5" descr="fig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253922"/>
            <a:ext cx="4846320" cy="28530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Модули клиента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8064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js/core — ядро: состояние, перевод, медиа, кодировщик GIF, плагины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js/scene — сцена: фигуры, анимации, физика, 3D, эффекты, запись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js/ui — интерфейс: панели, таймлайн, палитра команд, горячие клавиши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js/net — сеть: транспорт, сессия, чат, доска, звонок, QR-код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js/features — возможности: звук, погода, игры, песочница, журнал</a:t>
            </a:r>
          </a:p>
        </p:txBody>
      </p:sp>
      <p:pic>
        <p:nvPicPr>
          <p:cNvPr id="6" name="Picture 5" descr="fig8-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468880"/>
            <a:ext cx="4846320" cy="2423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Схема сети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8064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Основной канал — WebSocket: состояния, чат, курсоры, доска, игры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Запасной — SSE, если WebSocket закрыт прокси или антивирусом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REST — вход в комнату, загрузка файлов, журнал, внешние данные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Обмен короткими JSON-сообщениями: у клиента поле kind, у сервера — type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При обрыве связи — переподключение с задержкой до 15 секунд, без перезагрузки</a:t>
            </a:r>
          </a:p>
        </p:txBody>
      </p:sp>
      <p:pic>
        <p:nvPicPr>
          <p:cNvPr id="6" name="Picture 5" descr="fig6-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586130"/>
            <a:ext cx="4846320" cy="21886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Комнаты, роли, чат, доска, опросы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212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Комната — шестизначный код; войти можно по коду или по QR-коду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Роли: ведущий — первый вошедший, остальные — участники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Чат с реакциями, уведомлениями и индикатором «печатает…»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51206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Общая доска: рисуют все одновременно, можно записать и сохранить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Опросы: создание, голосование, закрытие — результат виден сразу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Звонок, экран, панель ведущего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212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Видеозвонок и демонстрация экрана по WebRTC, напрямую между браузерами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Сервер участвует только в установлении соединения и пересылает сигналы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Есть STUN, переподключение и «доезд» новых участников к начатому звонку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51206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Панель ведущего: заморозить комнату, исключить участника, дать объявление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Живые курсоры: видно, кто и где работает на сцене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Общая сцена, журнал, плагины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212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Общая сцена: один «холст» на всех, правки любого участника видны сразу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Своя сцена при этом сохраняется — вернуться к ней можно в любой момент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Журнал занятия: до 800 событий, выгрузка в Markdown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51206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Плагины: открытое API window.__motion и песочница без доступа к document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Три готовых примера плагина находятся во вкладке «Справка»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Мини-игры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8064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Шахматы и крестики-нолики: партия живёт на сервере, игроки — в разных браузерах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Правила и проверка ходов выполняются на сервере, поэтому «схитрить» нельзя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Клиент получает список разрешённых ходов и подсвечивает их на доске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Змейка и «камень, ножницы, бумага» работают локально, без сервера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Результат партии попадает в ленту событий и журнал занятия</a:t>
            </a:r>
          </a:p>
        </p:txBody>
      </p:sp>
      <p:pic>
        <p:nvPicPr>
          <p:cNvPr id="6" name="Picture 5" descr="fig4-ga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468880"/>
            <a:ext cx="4846320" cy="2423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Песочница «Порошок»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8064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Клеточный автомат: 38 элементов в шести группах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Рисуем кистью: песок, вода, огонь, лава, кислота, металл, растения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Реакции: вода гасит огонь, лава в воде становится обсидианом, кислота ест породу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Шесть демонстраций: вулкан, дождь, химия, фейерверк, цепь, пустое поле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Счётчики элементов, пауза и очистка поля</a:t>
            </a:r>
          </a:p>
        </p:txBody>
      </p:sp>
      <p:pic>
        <p:nvPicPr>
          <p:cNvPr id="6" name="Picture 5" descr="fig5-pow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429797"/>
            <a:ext cx="4846320" cy="250132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Шаг клеточного автомата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8064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Обход поля снизу вверх; направление меняется каждый кадр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Метка «уже двигалась» не даёт клетке сместиться дважды за кадр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Тяжёлое вытесняет лёгкое: песок тонет в воде, вода топит газы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Пять типизированных массивов: тип, жизнь, метка, прошлое, шум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Поле до 30 тысяч клеток, шаг повторяется 60 раз в секунду</a:t>
            </a:r>
          </a:p>
        </p:txBody>
      </p:sp>
      <p:pic>
        <p:nvPicPr>
          <p:cNvPr id="6" name="Picture 5" descr="fig7-algorit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935785"/>
            <a:ext cx="4846320" cy="34893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Путь одного кадра и свои алгоритмы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8064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Кадр: ввод → состояние → расчёт → отрисовка → обмен, 60 раз в секунду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Свой генератор QR-кодов: стандарт ISO/IEC 18004, версии 1–10, уровень M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Свой кодировщик GIF89a: палитра 256 цветов и сжатие LZW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Свой шахматный движок: рокировка, взятие на проходе, мат и пат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QR и GIF проверяются независимыми декодерами — чужими программами</a:t>
            </a:r>
          </a:p>
        </p:txBody>
      </p:sp>
      <p:pic>
        <p:nvPicPr>
          <p:cNvPr id="6" name="Picture 5" descr="fig9-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664296"/>
            <a:ext cx="4846320" cy="203232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Times New Roman"/>
              </a:rPr>
              <a:t>Технологии, проверки, запуск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73736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80644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HTML5, CSS3, ES-модули, Canvas 2D, Web Animations, Web Audio, WebRTC, Python 3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11 наборов автоматических проверок: 405 проверок, все проходят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Запуск: python3 room_server.py, затем адрес http://localhost:8080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Работает без интернета: офлайн-кэш, запасные источники погоды и курсов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Times New Roman"/>
              </a:rPr>
              <a:t>• Спасибо за внимание!</a:t>
            </a:r>
          </a:p>
        </p:txBody>
      </p:sp>
      <p:pic>
        <p:nvPicPr>
          <p:cNvPr id="6" name="Picture 5" descr="fig10-t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312547"/>
            <a:ext cx="4846320" cy="273582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55080"/>
            <a:ext cx="10817352" cy="9525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Motion Playground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1704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Times New Roman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